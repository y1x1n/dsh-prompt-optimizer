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00000"/>
                </a:solidFill>
              </a:rPr>
              <a:t>✨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一句话,变成好提示词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— DeepSeek Harness 一键提示词优化插件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46120" y="33832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33832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MIT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3383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3383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 · 零订阅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338328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D4A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3383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v0.3.12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流式上屏 · 双策略 · 保真纪律 · 会话上下文感知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写提示词的三个真实痛点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51760" cy="292608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随手一写,AI 跑偏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「帮我写个方案」式的草稿缺少结构与约束,AI 输出全靠猜。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292608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2651760" cy="7315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反复手改,时间黑洞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补背景、列要求、调格式……每次对话都要手动重写一遍。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292608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5508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好提示词用完即丢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好不容易调教出来的写法,下个会话又从零开始。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方案:发送栏旁,多一个 ✨ 按钮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就在你打字的地方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7556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发送栏工具行右侧,模型选择旁;不用切换任何窗口。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384048" cy="384048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一键触发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6700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 ✨,当前草稿立即送优化;结果面板悬于输入框上方,不遮挡输入。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流式上屏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5844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诊断与优化结果逐字 streaming,边生成边看,不干等。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33088" y="1344168"/>
            <a:ext cx="4626864" cy="2912364"/>
          </a:xfrm>
          <a:prstGeom prst="rect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pic>
        <p:nvPicPr>
          <p:cNvPr id="16" name="Image 0" descr="E:\dsh-plugins\dsh-prompt-optimizer\docs\screenshots\composer-id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71600"/>
            <a:ext cx="4572000" cy="28575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4160520" y="43022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实拍:发送栏空闲态(空输入时按钮禁用)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一次优化,面板里发生了什么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5488" y="1024128"/>
            <a:ext cx="5358384" cy="3369564"/>
          </a:xfrm>
          <a:prstGeom prst="rect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pic>
        <p:nvPicPr>
          <p:cNvPr id="4" name="Image 0" descr="E:\dsh-plugins\dsh-prompt-optimizer\docs\screenshots\optimize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5303520" cy="33147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92240" y="1051560"/>
            <a:ext cx="64008" cy="71323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五维诊断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136245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上下文 / 约束 / 结构 / 输出规格,逐条给出建议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92240" y="1920240"/>
            <a:ext cx="64008" cy="71323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结构化优化稿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22311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待补充信息以 [待补充:…] 标出,绝不编造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92240" y="2788920"/>
            <a:ext cx="64008" cy="71323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徽章透明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30998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实际路由 · 是否回退 · 用时,一眼看清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92240" y="3657600"/>
            <a:ext cx="64008" cy="713232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3657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一键落地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75120" y="396849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替换输入框(可撤回)/ 复制 / 重新优化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44119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 v0.3.11 · openrouter/minimax-m3:free · 用时 14.0s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它不是模板复读机:双策略 + 保真纪律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23444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空会话 → 结构模板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角色 / 任务 / 背景 / 约束 / 输出格式 规范化改写。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123444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D6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有上下文 → 提炼意图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92040" y="1874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通读会话近期对话,顺势润色:不重复追问、已否决方向不再提。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保真纪律(每一步都守住你的原意)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920240" cy="1234440"/>
          </a:xfrm>
          <a:prstGeom prst="rect">
            <a:avLst/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10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语义等价底线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不替换、不扩大、不缩小、不颠倒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3200400"/>
            <a:ext cx="1920240" cy="1234440"/>
          </a:xfrm>
          <a:prstGeom prst="rect">
            <a:avLst/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310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来源可回溯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748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推断处以「默认」措辞标注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1920240" cy="1234440"/>
          </a:xfrm>
          <a:prstGeom prst="rect">
            <a:avLst/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310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不编造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0060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缺信息 → [待补充:…],宁缺毋滥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3200400"/>
            <a:ext cx="1920240" cy="1234440"/>
          </a:xfrm>
          <a:prstGeom prst="rect">
            <a:avLst/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3101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63931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 &gt; 长度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0372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逐要素自检,要素缺失比冗长更严重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为「最坏时刻」做的设计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950208" y="1207008"/>
            <a:ext cx="4764024" cy="2998089"/>
          </a:xfrm>
          <a:prstGeom prst="rect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pic>
        <p:nvPicPr>
          <p:cNvPr id="4" name="Image 0" descr="E:\dsh-plugins\dsh-prompt-optimizer\docs\screenshots\panel-e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4709160" cy="2943225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977640" y="4232529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实拍:上游 404 完整透传,一键重试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2344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错误全透传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上游模型报错原文可见,不吞不糊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1920240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1892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Esc 取消不丢内容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2194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已生成的部分定格保留,可续跑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578608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25511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超时看门狗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28529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挂死不再无限转圈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3236976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32095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自动回退链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351129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主路由失败换备用,原因悬停可见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3895344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14400" y="38679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来源围栏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416966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跨站伪造请求 403,本机服务更安心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可调,但不烦:三组设置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950208" y="1207008"/>
            <a:ext cx="4764024" cy="2998089"/>
          </a:xfrm>
          <a:prstGeom prst="rect">
            <a:avLst/>
          </a:prstGeom>
          <a:solidFill>
            <a:srgbClr val="4D6BFE"/>
          </a:solidFill>
          <a:ln w="12700">
            <a:solidFill>
              <a:srgbClr val="4D6BFE"/>
            </a:solidFill>
            <a:prstDash val="solid"/>
          </a:ln>
        </p:spPr>
      </p:sp>
      <p:pic>
        <p:nvPicPr>
          <p:cNvPr id="4" name="Image 0" descr="E:\dsh-plugins\dsh-prompt-optimizer\docs\screenshots\settings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34440"/>
            <a:ext cx="4709160" cy="2943225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977640" y="4232529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实拍:展开态(模型 / 调用参数 / 上下文)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64008" cy="54864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默认零配置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151790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跟随当前会话模型;换模型立即生效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1892808"/>
            <a:ext cx="64008" cy="54864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928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三组分区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217627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调用参数 / 上下文,折叠收纳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2551176"/>
            <a:ext cx="64008" cy="54864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51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折叠摘要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" y="283464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收起时标题栏显示「模型 · 模式」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209544"/>
            <a:ext cx="64008" cy="54864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209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可撤销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1520" y="349300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「撤销上一次修改」一键还原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3867912"/>
            <a:ext cx="64008" cy="54864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867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连通性测试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31520" y="415137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一键探活,显示实际路由与耗时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demo,是可长期依赖的工具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920240" cy="21031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项自动化测试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(smoke / prompt / controller)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1920240" cy="21031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65176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维诊断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逐条给出改进建议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1920240" cy="21031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75488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种策略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模板规范化 / 意图润色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0" y="1463040"/>
            <a:ext cx="1920240" cy="21031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6916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85800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订阅费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复用你已配置的模型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 dsh 0.1.0-rc.8 ~ 0.1.1-rc.2 · 纯本地运行 · 不持有任何 API Key · MIT 开源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同类产品怎么选?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691640"/>
                <a:gridCol w="1691640"/>
                <a:gridCol w="1417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本插件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dsh-prompt-enhancer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linshenkx/prompt-optimizer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PromptPerfect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6B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DSH 插件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DSH 插件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Web/Chrome/桌面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SaaS 网页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输入框旁一键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复用会话当前模型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自配 Key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订阅付费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会话上下文感知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提炼意图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AA3A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 / 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 · 活跃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 · 活跃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FB9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 2k★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53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09-01 停服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F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22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定位差异:本插件 = 「在对话里顺手优化」;linshenkx = 独立优化工作台;PromptPerfect 停服印证本地化价值。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路线图:从同类产品身上借什么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69080" cy="14173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53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优化历史 · 一键回溯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703320" y="14813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481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8562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 linshenkx 的版本管理:最近几次优化结果可点选恢复,改稿不再怕丢。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69080" cy="14173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25880"/>
            <a:ext cx="64008" cy="1417320"/>
          </a:xfrm>
          <a:prstGeom prst="rect">
            <a:avLst/>
          </a:prstGeom>
          <a:solidFill>
            <a:srgbClr val="4D6BF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538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风格预设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4813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4D6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481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8562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借鉴提示词框架库:精简 / 结构化 / 角色扮演一键切换,同一草稿多种产出。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69080" cy="14173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417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54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本地免费替代窗口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03320" y="30815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081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4564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PromptPerfect 2026-09 停服,本地化、零订阅的优化工具正是承接时机。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069080" cy="1417320"/>
          </a:xfrm>
          <a:prstGeom prst="rect">
            <a:avLst/>
          </a:prstGeom>
          <a:solidFill>
            <a:srgbClr val="20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926080"/>
            <a:ext cx="64008" cy="1417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540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与语音输入错位互补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55280" y="308152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202226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81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564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enhancer 的语音是「输入增强」,本插件专注「提示词质量」——可共存推荐。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三步装好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54480" y="1234440"/>
            <a:ext cx="548640" cy="54864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下载并安装插件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始终指向最新版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548640" cy="54864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 dsh web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插件集合变更需重启生效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234440"/>
            <a:ext cx="548640" cy="548640"/>
          </a:xfrm>
          <a:prstGeom prst="ellipse">
            <a:avLst/>
          </a:prstGeom>
          <a:solidFill>
            <a:srgbClr val="4D6BFE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硬刷新浏览器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✨ 就绪,开写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7863840" cy="960120"/>
          </a:xfrm>
          <a:prstGeom prst="rect">
            <a:avLst/>
          </a:prstGeom>
          <a:solidFill>
            <a:srgbClr val="0D0F12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089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免构建安装(Release 最新版)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dsh plugin --profile web add ./dsh-prompt-optimizer.tgz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下载地址见仓库 Release 页(固定文件名始终指向最新)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dsh-prompt-optimizer · 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47594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github.com/Y1X1n/dsh-prompt-optimizer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✨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让每一次提问,都从好提示词开始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github.com/Y1X1n/dsh-prompt-optimizer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 · 欢迎 Star / Issue / PR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dsh-prompt-optimizer 推广演示</dc:title>
  <dc:subject>PptxGenJS Presentation</dc:subject>
  <dc:creator>Y1X1n</dc:creator>
  <cp:lastModifiedBy>Y1X1n</cp:lastModifiedBy>
  <cp:revision>1</cp:revision>
  <dcterms:created xsi:type="dcterms:W3CDTF">2026-08-30T14:47:48Z</dcterms:created>
  <dcterms:modified xsi:type="dcterms:W3CDTF">2026-08-30T14:47:48Z</dcterms:modified>
</cp:coreProperties>
</file>