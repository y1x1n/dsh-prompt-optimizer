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开场钩子(15 秒):「你有没有对着 AI 输入框,憋不出一句像样的提示词?」停顿。今天这个工具,就是在输入框旁边放一个✨按钮——点一下,烂草稿变专业提示词。这是一个叫 dsh-prompt-optimizer 的开源插件,跑在 DeepSeek Harness 上,完全本地、完全免费。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痛点页(30 秒):三条都是真实高频场景,念第一条时可以现场演绎模型反问三连。右图是真实界面——按钮就在发送栏,空输入时置灰,细节即品质。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方案页(30 秒):强调「三步、无切换」。口播节奏:第一步随手写、第二步一个按钮、第三步一键采用。最后一句italic的是记忆点:不弹窗不切页。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实拍页(45 秒,视频里建议切真实操作录屏):左边是真实截图——上面五维诊断,下面优化稿。重点指读:[待补充] 标记,「模型不确定的信息宁可标出来,绝不替你编」。右侧四个角标对应画面四处,博主可按 1/2/3/4 指位。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差异1(40 秒):这是与所有「云端一键优化器」的最大不同——它们只看一句话,我们看整个会话。案例念草稿→念优化稿,观众自己会惊讶「它怎么知道 200 人群?」。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差异2(40 秒):核心记忆点 =「改写表达,不篡改意图」。四张卡从左到右点一遍,重点讲第 3 张(保真优先于长度)和第 4 张([待补充] 是把决定权还给用户)。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差异3(35 秒):快速过四行。重点讲第 2 行——「按 Esc 取消,已生成的字不会消失」,演示效果极好。第 4 行的安全围栏一句带过:本机服务也会防网页伪造请求。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设置页(25 秒):右图是真实设置卡——模型、回退、连通性测试、语言、模式、上下文。口播:「不用写配置文件,一个卡片全搞定,改完立即生效」。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定位页(30 秒):表格从左往右扫。关键两句:「品类标杆 PromptPerfect 今年 9 月停服」(制造紧迫感),「同类的 DSH 插件主打语音识别,只有我们把优化纪律做到最深」(差异化)。数据来源:promptbuilder.cc 与 GitHub 公开页,可按需核实。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安装页(20 秒):代码块念一遍链接太长,口播说「一行 dsh plugin add 命令,链接在视频简介」。三张卡:免费开源、62 项测试背书、兼容全版本线。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结尾(15 秒):「工具是免费的,代码是开源的。如果它帮你省下了和 AI 拉扯的时间,去给作者点个 Star。」——引导到简介链接。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0920" y="1325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02920" y="16002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一键把随手写的话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变成专业提示词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30352" y="331012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3310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 插件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37673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在输入框旁点亮一个 ✨ 按钮:诊断你写的内容,重写成模型真正听得懂的话——全程流式、可撤回、不出本地。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5902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· 本地 · 免费        v0.3.12        62 项自动化测试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AI 用户的日常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977640" cy="896112"/>
          </a:xfrm>
          <a:prstGeom prst="roundRect">
            <a:avLst>
              <a:gd name="adj" fmla="val 9184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64008" cy="896112"/>
          </a:xfrm>
          <a:prstGeom prst="rect">
            <a:avLst/>
          </a:prstGeom>
          <a:solidFill>
            <a:srgbClr val="E5534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691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随手一句话,模型接不住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20391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「帮我写个请假条」→ 模型反问三连:什么事?请几天?给谁看?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977640" cy="896112"/>
          </a:xfrm>
          <a:prstGeom prst="roundRect">
            <a:avLst>
              <a:gd name="adj" fmla="val 9184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24328"/>
            <a:ext cx="64008" cy="896112"/>
          </a:xfrm>
          <a:prstGeom prst="rect">
            <a:avLst/>
          </a:prstGeom>
          <a:solidFill>
            <a:srgbClr val="E5534B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715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来回解释,越聊越累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" y="3063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补一句改一版,十轮对话过去,token 烧了一堆,还偏题。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648456"/>
            <a:ext cx="3977640" cy="896112"/>
          </a:xfrm>
          <a:prstGeom prst="roundRect">
            <a:avLst>
              <a:gd name="adj" fmla="val 9184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648456"/>
            <a:ext cx="64008" cy="896112"/>
          </a:xfrm>
          <a:prstGeom prst="rect">
            <a:avLst/>
          </a:prstGeom>
          <a:solidFill>
            <a:srgbClr val="E5534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739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好结果无法沉淀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3232" y="40873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某次措辞特别好,下回又从零开始,经验全在聊天记录里吃灰。</a:t>
            </a:r>
            <a:endParaRPr lang="en-US" sz="1100" dirty="0"/>
          </a:p>
        </p:txBody>
      </p:sp>
      <p:pic>
        <p:nvPicPr>
          <p:cNvPr id="18" name="Image 0" descr="E:/dsh-plugins/dsh-prompt-optimizer/docs/screenshots/composer-i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600200"/>
            <a:ext cx="3840480" cy="24048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80060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发送栏右侧的 ✨ 优化按钮(空输入时自动禁用)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点一下 ✨,三步到位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938528"/>
            <a:ext cx="475488" cy="475488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写草稿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" y="29260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输入框里随手敲,中英文都行,哪怕只有一句话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90672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1938528"/>
            <a:ext cx="475488" cy="475488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9300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✨ 优化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93008" y="29260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实时流式输出:先五维诊断,再完整改写,逐字上屏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9592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080760" y="17373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1938528"/>
            <a:ext cx="475488" cy="475488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20" name="Text 18"/>
          <p:cNvSpPr/>
          <p:nvPr/>
        </p:nvSpPr>
        <p:spPr>
          <a:xfrm>
            <a:off x="6281928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8192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一键采用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1928" y="29260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替换输入框(可撤回)/ 复制 / 不满意重新优化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0416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全程不打断心流:不弹窗、不切页面,就在你打字的那个输入框旁边。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一条草稿的 14 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pic>
        <p:nvPicPr>
          <p:cNvPr id="6" name="Image 0" descr="E:/dsh-plugins/dsh-prompt-optimizer/docs/screenshots/optimize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989320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627632"/>
            <a:ext cx="1965960" cy="676656"/>
          </a:xfrm>
          <a:prstGeom prst="roundRect">
            <a:avLst>
              <a:gd name="adj" fmla="val 12162"/>
            </a:avLst>
          </a:prstGeom>
          <a:solidFill>
            <a:srgbClr val="262932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1682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五维诊断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192938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目标/上下文/约束/结构/输出规格,逐条指出问题与建议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675120" y="2414016"/>
            <a:ext cx="1965960" cy="676656"/>
          </a:xfrm>
          <a:prstGeom prst="roundRect">
            <a:avLst>
              <a:gd name="adj" fmla="val 12162"/>
            </a:avLst>
          </a:prstGeom>
          <a:solidFill>
            <a:srgbClr val="262932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2468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优化结果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12280" y="271576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结构化改写,缺失信息以 [待补充] 标出,绝不编造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75120" y="3200400"/>
            <a:ext cx="1965960" cy="676656"/>
          </a:xfrm>
          <a:prstGeom prst="roundRect">
            <a:avLst>
              <a:gd name="adj" fmla="val 12162"/>
            </a:avLst>
          </a:prstGeom>
          <a:solidFill>
            <a:srgbClr val="262932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3255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路由徽章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12280" y="35021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实际用的模型与耗时,一眼可信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675120" y="3986784"/>
            <a:ext cx="1965960" cy="676656"/>
          </a:xfrm>
          <a:prstGeom prst="roundRect">
            <a:avLst>
              <a:gd name="adj" fmla="val 12162"/>
            </a:avLst>
          </a:prstGeom>
          <a:solidFill>
            <a:srgbClr val="262932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4041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操作栏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12280" y="428853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替换输入框(可撤回)· 复制 · 重新优化 · 关闭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 1 · 会话感知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它读得懂你们刚才聊了什么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105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10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新会话 · 无上下文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按结构模板规范化:角色 / 任务 / 背景 / 约束 / 输出格式,缺失关键信息以 [待补充] 标出。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649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64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聊了一会儿 · 有上下文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提炼你们的真实目的,顺着草稿润色:不套模板、不重复追问已回答的内容、已否决的方向不再重提。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645920"/>
            <a:ext cx="3931920" cy="2971800"/>
          </a:xfrm>
          <a:prstGeom prst="roundRect">
            <a:avLst>
              <a:gd name="adj" fmla="val 2769"/>
            </a:avLst>
          </a:prstGeom>
          <a:solidFill>
            <a:srgbClr val="262932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10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真实案例(社区群接龙)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草稿:帮我重新设计一下这个接龙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上下文:200 人闲置群 · 上次仅十几人参与 · 复盘:奖品差、格式乱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优化稿直接写出:群 200 余人、上次参与仅十几人、奖品吸引力不足与格式混乱的针对性方案——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一个字都没多问。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 2 · 保真纪律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不是改得更花,是改得更准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9576" y="18562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语义等价底线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9576" y="220370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你说过的对象、数量、范围、禁止项,一个都不许被替换、扩大或反转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69164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874520"/>
            <a:ext cx="365760" cy="36576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85816" y="18562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来源可回溯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85816" y="220370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每个具体化细节都能回溯到草稿或上下文;推断处用「如无特别说明/默认」措辞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72968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355848"/>
            <a:ext cx="365760" cy="36576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9576" y="33375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 &gt; 长度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9576" y="368503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输出前逐要素自检:要素缺失比冗长更严重——先保真,再谈精炼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172968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355848"/>
            <a:ext cx="365760" cy="36576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85816" y="33375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85816" y="368503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缺失的关键信息以 [待补充:…] 标出交还给你,而不是替你做决定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5902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这套纪律让「优化」不等于「自由发挥」——它改写表达,不篡改意图。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 3 · 透明可控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每一步都看得见、收得回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4D6BF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8308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6824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流式逐字上屏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8249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诊断与改写实时流式显示,几秒出首字,不用干等转圈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04872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560320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4D6BF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56032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4597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取消不丢内容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4597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生成中按 Esc,已生成的部分定格保留,可续跑或关闭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82112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37560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4D6BF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3375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2369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替换可撤回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23697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一键替换输入框,不满意一键撤回;改过的稿子撤回入口自动失效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59352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114800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4D6BF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148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40142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错误如实透传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401421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模型/网络错误原样呈现 + 一键重试;本地安全围栏拒绝跨站伪造请求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所有行为,一个卡片配好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pic>
        <p:nvPicPr>
          <p:cNvPr id="6" name="Image 0" descr="E:/dsh-plugins/dsh-prompt-optimizer/docs/screenshots/settings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572768"/>
            <a:ext cx="5257800" cy="32826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627632"/>
            <a:ext cx="2743200" cy="694944"/>
          </a:xfrm>
          <a:prstGeom prst="roundRect">
            <a:avLst>
              <a:gd name="adj" fmla="val 11842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700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模型路由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19751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跟随当前会话(默认)或从目录固定;主路由失败自动回退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432304"/>
            <a:ext cx="2743200" cy="694944"/>
          </a:xfrm>
          <a:prstGeom prst="roundRect">
            <a:avLst>
              <a:gd name="adj" fmla="val 11842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505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快速模式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" y="27797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跳过诊断只出结果,等待约减半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3236976"/>
            <a:ext cx="2743200" cy="694944"/>
          </a:xfrm>
          <a:prstGeom prst="roundRect">
            <a:avLst>
              <a:gd name="adj" fmla="val 11842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上下文开关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8368" y="3584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一键关闭会话感知,只看草稿本身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4041648"/>
            <a:ext cx="2743200" cy="694944"/>
          </a:xfrm>
          <a:prstGeom prst="roundRect">
            <a:avLst>
              <a:gd name="adj" fmla="val 11842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实时生效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" y="43891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改动即存即用,折叠态显示「模型 · 模式」摘要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同类产品很多,像这样的只有一个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83080"/>
                <a:gridCol w="1463040"/>
                <a:gridCol w="1645920"/>
                <a:gridCol w="1874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9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云端优化器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9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浏览器插件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9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DSH 同类插件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9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FA3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本插件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9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 API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3F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会话上下文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只看一句话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3F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全程感知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保真纪律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黑盒改写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借鉴本插件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3F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五重自检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订阅制(标杆已宣布停服)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免费+付费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0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3F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免费开源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3159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2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品类标杆 PromptPerfect 已宣布 2026 年 9 月停服——本地、开源、上下文感知的一键优化,正是空窗。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4D6B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秒装好,现在就试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DeepSeek Harness 插件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960120"/>
          </a:xfrm>
          <a:prstGeom prst="roundRect">
            <a:avLst>
              <a:gd name="adj" fmla="val 8571"/>
            </a:avLst>
          </a:prstGeom>
          <a:solidFill>
            <a:srgbClr val="0F1220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1051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dsh plugin --profile web add </a:t>
            </a:r>
            <a:pPr indent="0" marL="0">
              <a:buNone/>
            </a:pPr>
            <a:r>
              <a:rPr lang="en-US" sz="1250" dirty="0">
                <a:solidFill>
                  <a:srgbClr val="F2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https://github.com/Y1X1n/dsh-prompt-optimizer/releases/latest/download/dsh-prompt-optimizer.tgz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004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一行命令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29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免构建,装完重启 dsh web 即用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06324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2004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529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06324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22242B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2004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 项测试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529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双语文档 · 兼容 DSH 0.1.0/0.1.1 全线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要求:已安装 dsh CLI(npx @deepseek-ai/dsh web 可用的环境)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2360" y="12344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让你的每一句话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2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都被认真对待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0352" y="3520440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0F1220"/>
          </a:solidFill>
          <a:ln w="9525">
            <a:solidFill>
              <a:srgbClr val="3134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520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github.com/Y1X1n/dsh-prompt-optimizer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觉得有用的话,一个 Star 就是最好的支持 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v0.3.12 · MIT · DeepSeek Harness 0.1.0+/0.1.1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dsh-prompt-optimizer 推广</dc:title>
  <dc:subject>PptxGenJS Presentation</dc:subject>
  <dc:creator>Y1X1n</dc:creator>
  <cp:lastModifiedBy>Y1X1n</cp:lastModifiedBy>
  <cp:revision>1</cp:revision>
  <dcterms:created xsi:type="dcterms:W3CDTF">2026-09-01T14:55:31Z</dcterms:created>
  <dcterms:modified xsi:type="dcterms:W3CDTF">2026-09-01T14:55:31Z</dcterms:modified>
</cp:coreProperties>
</file>